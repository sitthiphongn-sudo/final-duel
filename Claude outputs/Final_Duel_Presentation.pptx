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แนะนำเกม Final Duel เกมต่อสู้ 3 มิติแบบตัวต่อตัว ทำด้วย Godot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แนวเกมหลักคือ Fighting 3D ผสมความเป็นแอ็กชันแบบอนิเมะ ธีมคือผู้พิทักษ์ธาตุที่มาดวลกัน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เกมเหล่านี้เป็นแรงบันดาลใจ แต่ละเกมหยิบมาคนละส่วน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เล่าเรื่องสั้นๆ: วิหารลอยฟ้าเป็นสนามดวลของผู้พิทักษ์ธาตุ คู่แรกคือ Emberclaw กับ Frostfang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ตอนนี้มี 2 ตัวละคร เป็นธาตุตรงข้ามกัน และมีแผนเพิ่มตัวละครใหม่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กติกาง่ายๆ ลดเลือดอีกฝ่ายให้หมด มีเกจ 3 แบบ: เลือด สตามินา และเกจท่าไม้ตาย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ปุ่มไม่เยอะ เล่นด้วยคีย์บอร์ดกับเมาส์ ไฮไลต์คือคอมโบกลางอากาศ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หลักคิด 4 ข้อที่ใช้ตัดสินใจตอนออกแบบ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กลุ่มหลักคือคนชอบเกมต่อสู้และอนิเมะ อายุ 13 ปีขึ้นไป เล่นบน PC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 Godot 4.7.2 ไม่ได้ใช้ Starter Kit เกมมี 4 ฉากหลักต่อกันตามลำดับ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หลักมาจาก Meshy AI ส่วนแอนิเมชัน เอฟเฟกต์ และเสียงประกอบสร้างเองด้วยโค้ด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ฉากแรกที่ผู้เล่นเจอ: เมนูหลัก และหน้าเลือกตัวละคร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 VS คั่นระหว่างโหลด แล้วเข้าสู่ฉากต่อสู้จริง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แผนต่อจากนี้ เรียงตามลำดับความสำคัญ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 เปิดให้ถามคำถาม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sitthiphongn-sudo/final-duel" TargetMode="External"/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frostfang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685800"/>
            <a:ext cx="3621024" cy="6035040"/>
          </a:xfrm>
          <a:prstGeom prst="rect">
            <a:avLst/>
          </a:prstGeom>
        </p:spPr>
      </p:pic>
      <p:pic>
        <p:nvPicPr>
          <p:cNvPr id="3" name="Image 1" descr="/home/claude/deck/img/emberclaw_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822960"/>
            <a:ext cx="3621024" cy="60350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เกมต่อสู้ 3D  ·  1v1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20574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FINAL DUEL</a:t>
            </a:r>
            <a:endParaRPr lang="en-US" sz="58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3246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5DBE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ดวลกันตัวต่อตัวระหว่างผู้พิทักษ์ธาตุ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5DBE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บนซากวิหารที่ลอยอยู่เหนือทะเลเมฆ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8006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5DBE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ภูรินทร์ ศรีฐาน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5DBE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นายสิทธิพงษ์ นครขวาง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5DBE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นายกิตตินันท์ ไขไพรวัน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พัฒนาด้วย Godot 4.7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GAME GENRE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ธีมและแนวเกม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77440"/>
            <a:ext cx="914400" cy="9144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5786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611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Fighting 3D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2062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ต่อสู้ตัวต่อตัวในสนาม 3 มิติ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เดินได้รอบทิศ ไม่ใช่แค่ซ้าย-ขวา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34256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5736" y="2377440"/>
            <a:ext cx="914400" cy="914400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57860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45736" y="3611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แอ็กชันสไตล์อนิเมะ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45736" y="42062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คอมโบต่อเนื่อง ต่อยกันกลางอากาศ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ท่าไม้ตายเล่นเป็นคัตซีน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19872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31352" y="2377440"/>
            <a:ext cx="914400" cy="914400"/>
          </a:xfrm>
          <a:prstGeom prst="ellipse">
            <a:avLst/>
          </a:prstGeom>
          <a:solidFill>
            <a:srgbClr val="4DB2FF"/>
          </a:solidFill>
          <a:ln w="12700">
            <a:solidFill>
              <a:srgbClr val="4DB2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57860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31352" y="3611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แฟนตาซีธาตุ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531352" y="42062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ผู้พิทักษ์ธาตุไฟ ปะทะ น้ำแข็ง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บนวิหารโบราณลอยฟ้า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INSPIRATION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เกมที่คล้ายกัน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23160"/>
            <a:ext cx="731520" cy="731520"/>
          </a:xfrm>
          <a:prstGeom prst="ellipse">
            <a:avLst/>
          </a:prstGeom>
          <a:solidFill>
            <a:srgbClr val="222C3C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0574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Jump Force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880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ที่หยิบมาใช้: หน้าเลือกตัวละคร และหน้า VS ก่อนเข้าสู้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18745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11112" y="2423160"/>
            <a:ext cx="731520" cy="731520"/>
          </a:xfrm>
          <a:prstGeom prst="ellipse">
            <a:avLst/>
          </a:prstGeom>
          <a:solidFill>
            <a:srgbClr val="222C3C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11112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616952" y="20574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Dragon Ball Sparking! ZERO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616952" y="2880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ที่หยิบมาใช้: ต่อยไล่กันกลางอากาศ วาร์ปไปรอบตัวคู่ต่อสู้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553712"/>
            <a:ext cx="731520" cy="731520"/>
          </a:xfrm>
          <a:prstGeom prst="ellipse">
            <a:avLst/>
          </a:prstGeom>
          <a:solidFill>
            <a:srgbClr val="222C3C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53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18795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Naruto Ultimate Ninja Storm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5010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ที่หยิบมาใช้: สนาม 3D เดินได้อิสระ ท่าไม้ตายเป็นคัตซีน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45352" y="4005072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11112" y="4553712"/>
            <a:ext cx="731520" cy="731520"/>
          </a:xfrm>
          <a:prstGeom prst="ellipse">
            <a:avLst/>
          </a:prstGeom>
          <a:solidFill>
            <a:srgbClr val="222C3C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11112" y="4553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616952" y="418795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Overwatch 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616952" y="5010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ที่หยิบมาใช้: สไตล์หน้าเมนูหลัก เรียบ อ่านง่าย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sto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263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แมพ: Skyborne Ruins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5778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STORY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577840" y="117043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เนื้อเรื่องย่อ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219456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D5DBE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นานมาแล้ว วิหารโบราณแห่งหนึ่งหลุดลอยขึ้นไปอยู่เหนือทะเลเมฆ และกลายเป็นสนามประลองของเหล่า "ผู้พิทักษ์ธาตุ"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5DBE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เมื่อผู้พิทักษ์ขัดแย้งกัน พวกเขาจะขึ้นมาตัดสินกันบนลานศิลากลางวิหาร ตัวต่อตัว ใครยืนอยู่คนสุดท้ายคือผู้ชนะ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577840" y="4892040"/>
            <a:ext cx="5943600" cy="1005840"/>
          </a:xfrm>
          <a:prstGeom prst="roundRect">
            <a:avLst>
              <a:gd name="adj" fmla="val 10909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48920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C2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คู่แรกที่ขึ้นเวที:  เปลวไฟ  ปะทะ  ธารน้ำแข็ง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CHARACTERS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ตัวละคร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* จะเพิ่มตัวละครเข้ามาอีก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4800600"/>
          </a:xfrm>
          <a:prstGeom prst="roundRect">
            <a:avLst>
              <a:gd name="adj" fmla="val 3117"/>
            </a:avLst>
          </a:prstGeom>
          <a:solidFill>
            <a:srgbClr val="2A1C16"/>
          </a:solidFill>
          <a:ln w="12700">
            <a:solidFill>
              <a:srgbClr val="2A1C16"/>
            </a:solidFill>
            <a:prstDash val="solid"/>
          </a:ln>
        </p:spPr>
      </p:sp>
      <p:pic>
        <p:nvPicPr>
          <p:cNvPr id="6" name="Image 0" descr="/home/claude/deck/img/emberclaw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783080"/>
            <a:ext cx="1728216" cy="2880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4800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EMBERCLAW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257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ผู้พิทักษ์แห่งเปลวไฟ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6235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สายบุกประชิด ออกหมัดรัว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9710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HP 2000  ·  ATK 23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4256" y="1600200"/>
            <a:ext cx="3520440" cy="4800600"/>
          </a:xfrm>
          <a:prstGeom prst="roundRect">
            <a:avLst>
              <a:gd name="adj" fmla="val 3117"/>
            </a:avLst>
          </a:prstGeom>
          <a:solidFill>
            <a:srgbClr val="142330"/>
          </a:solidFill>
          <a:ln w="12700">
            <a:solidFill>
              <a:srgbClr val="142330"/>
            </a:solidFill>
            <a:prstDash val="solid"/>
          </a:ln>
        </p:spPr>
      </p:sp>
      <p:pic>
        <p:nvPicPr>
          <p:cNvPr id="12" name="Image 1" descr="/home/claude/deck/img/frostfang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783080"/>
            <a:ext cx="1728216" cy="28803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00016" y="4800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B2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FROSTFANG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700016" y="5257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ผู้พิทักษ์แห่งธารน้ำแข็ง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700016" y="56235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สายตั้งรับ รอจังหวะสวนกลับ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700016" y="59710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HP 2200  ·  ATK 21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19872" y="1600200"/>
            <a:ext cx="3520440" cy="4800600"/>
          </a:xfrm>
          <a:prstGeom prst="roundRect">
            <a:avLst>
              <a:gd name="adj" fmla="val 3117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pic>
        <p:nvPicPr>
          <p:cNvPr id="18" name="Image 2" descr="/home/claude/deck/img/card_random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929116" y="2103120"/>
            <a:ext cx="1901952" cy="21945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85632" y="4800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???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485632" y="5257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ตัวละครใหม่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485632" y="56235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กำลังออกแบบ เร็วๆ นี้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HOW TO PLAY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รูปแบบการเล่นและกติกา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31520" cy="7315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3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10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เลือกตัวละคร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P1 เลือกก่อน แล้ว P2 เลือก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731520" cy="7315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3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1821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ดวลกันแบบ 1v1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คนเครื่องเดียว ใช้หมัด เตะ บล็อก Dash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731520" cy="7315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3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5537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ลดเลือดคู่ต่อสู้ให้หมด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เลือดหมดเมื่อไหร่ = K.O.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1691640"/>
            <a:ext cx="5148072" cy="4434840"/>
          </a:xfrm>
          <a:prstGeom prst="roundRect">
            <a:avLst>
              <a:gd name="adj" fmla="val 2474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pic>
        <p:nvPicPr>
          <p:cNvPr id="17" name="Image 0" descr="/home/claude/deck/img/hu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920240"/>
            <a:ext cx="4690872" cy="148132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766560" y="3886200"/>
            <a:ext cx="228600" cy="228600"/>
          </a:xfrm>
          <a:prstGeom prst="ellipse">
            <a:avLst/>
          </a:prstGeom>
          <a:solidFill>
            <a:srgbClr val="E5392A"/>
          </a:solidFill>
          <a:ln w="12700">
            <a:solidFill>
              <a:srgbClr val="E539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78040" y="3794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HP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เลือด หมดคือแพ้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66560" y="4572000"/>
            <a:ext cx="228600" cy="228600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78040" y="4480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Stamina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778240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ใช้ตอน Dash ฟื้นเองได้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766560" y="5257800"/>
            <a:ext cx="228600" cy="2286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178040" y="5166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Fury / Magic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778240" y="5166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เต็มแล้วกด R ปล่อยท่าไม้ตาย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CONTROLS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ปุ่มควบคุม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040880" y="914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P1</a:t>
            </a:r>
            <a:pPr algn="r" indent="0" marL="0">
              <a:buNone/>
            </a:pPr>
            <a:r>
              <a:rPr lang="en-US" sz="16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/  </a:t>
            </a:r>
            <a:pPr algn="r" indent="0" marL="0">
              <a:buNone/>
            </a:pPr>
            <a:r>
              <a:rPr lang="en-US" sz="1600" b="1" dirty="0">
                <a:solidFill>
                  <a:srgbClr val="4DB2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P2</a:t>
            </a:r>
            <a:pPr algn="r"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(ต่อจอยได้ 2 ตัว)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24328" cy="1554480"/>
          </a:xfrm>
          <a:prstGeom prst="roundRect">
            <a:avLst>
              <a:gd name="adj" fmla="val 7059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2075688" cy="594360"/>
          </a:xfrm>
          <a:prstGeom prst="roundRect">
            <a:avLst>
              <a:gd name="adj" fmla="val 12308"/>
            </a:avLst>
          </a:prstGeom>
          <a:solidFill>
            <a:srgbClr val="222C3C"/>
          </a:solidFill>
          <a:ln w="12700">
            <a:solidFill>
              <a:srgbClr val="3A46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207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WASD / ลูกศร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6148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เดิน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01568" y="1783080"/>
            <a:ext cx="2624328" cy="1554480"/>
          </a:xfrm>
          <a:prstGeom prst="roundRect">
            <a:avLst>
              <a:gd name="adj" fmla="val 7059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5888" y="2057400"/>
            <a:ext cx="2075688" cy="594360"/>
          </a:xfrm>
          <a:prstGeom prst="roundRect">
            <a:avLst>
              <a:gd name="adj" fmla="val 12308"/>
            </a:avLst>
          </a:prstGeom>
          <a:solidFill>
            <a:srgbClr val="222C3C"/>
          </a:solidFill>
          <a:ln w="12700">
            <a:solidFill>
              <a:srgbClr val="3A46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2057400"/>
            <a:ext cx="207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Shift / Num Enter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76148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วิ่ง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54496" y="1783080"/>
            <a:ext cx="2624328" cy="1554480"/>
          </a:xfrm>
          <a:prstGeom prst="roundRect">
            <a:avLst>
              <a:gd name="adj" fmla="val 7059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28816" y="2057400"/>
            <a:ext cx="2075688" cy="594360"/>
          </a:xfrm>
          <a:prstGeom prst="roundRect">
            <a:avLst>
              <a:gd name="adj" fmla="val 12308"/>
            </a:avLst>
          </a:prstGeom>
          <a:solidFill>
            <a:srgbClr val="222C3C"/>
          </a:solidFill>
          <a:ln w="12700">
            <a:solidFill>
              <a:srgbClr val="3A465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28816" y="2057400"/>
            <a:ext cx="207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Space / Num 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28816" y="276148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กระโดด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07424" y="1783080"/>
            <a:ext cx="2624328" cy="1554480"/>
          </a:xfrm>
          <a:prstGeom prst="roundRect">
            <a:avLst>
              <a:gd name="adj" fmla="val 7059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81744" y="2057400"/>
            <a:ext cx="2075688" cy="594360"/>
          </a:xfrm>
          <a:prstGeom prst="roundRect">
            <a:avLst>
              <a:gd name="adj" fmla="val 12308"/>
            </a:avLst>
          </a:prstGeom>
          <a:solidFill>
            <a:srgbClr val="222C3C"/>
          </a:solidFill>
          <a:ln w="12700">
            <a:solidFill>
              <a:srgbClr val="3A465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81744" y="2057400"/>
            <a:ext cx="207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J / Num 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381744" y="276148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คอมโบ 5 จังหวะ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2624328" cy="1554480"/>
          </a:xfrm>
          <a:prstGeom prst="roundRect">
            <a:avLst>
              <a:gd name="adj" fmla="val 7059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840480"/>
            <a:ext cx="2075688" cy="594360"/>
          </a:xfrm>
          <a:prstGeom prst="roundRect">
            <a:avLst>
              <a:gd name="adj" fmla="val 12308"/>
            </a:avLst>
          </a:prstGeom>
          <a:solidFill>
            <a:srgbClr val="222C3C"/>
          </a:solidFill>
          <a:ln w="12700">
            <a:solidFill>
              <a:srgbClr val="3A465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840480"/>
            <a:ext cx="207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 / Num 2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54456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เตะ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01568" y="3566160"/>
            <a:ext cx="2624328" cy="1554480"/>
          </a:xfrm>
          <a:prstGeom prst="roundRect">
            <a:avLst>
              <a:gd name="adj" fmla="val 7059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75888" y="3840480"/>
            <a:ext cx="2075688" cy="594360"/>
          </a:xfrm>
          <a:prstGeom prst="roundRect">
            <a:avLst>
              <a:gd name="adj" fmla="val 12308"/>
            </a:avLst>
          </a:prstGeom>
          <a:solidFill>
            <a:srgbClr val="222C3C"/>
          </a:solidFill>
          <a:ln w="12700">
            <a:solidFill>
              <a:srgbClr val="3A465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75888" y="3840480"/>
            <a:ext cx="207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 / Num 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675888" y="454456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บล็อก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54496" y="3566160"/>
            <a:ext cx="2624328" cy="1554480"/>
          </a:xfrm>
          <a:prstGeom prst="roundRect">
            <a:avLst>
              <a:gd name="adj" fmla="val 7059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28816" y="3840480"/>
            <a:ext cx="2075688" cy="594360"/>
          </a:xfrm>
          <a:prstGeom prst="roundRect">
            <a:avLst>
              <a:gd name="adj" fmla="val 12308"/>
            </a:avLst>
          </a:prstGeom>
          <a:solidFill>
            <a:srgbClr val="222C3C"/>
          </a:solidFill>
          <a:ln w="12700">
            <a:solidFill>
              <a:srgbClr val="3A465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28816" y="3840480"/>
            <a:ext cx="207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Q / Num 4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528816" y="454456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Dash (กลางอากาศได้)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07424" y="3566160"/>
            <a:ext cx="2624328" cy="1554480"/>
          </a:xfrm>
          <a:prstGeom prst="roundRect">
            <a:avLst>
              <a:gd name="adj" fmla="val 7059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81744" y="3840480"/>
            <a:ext cx="2075688" cy="594360"/>
          </a:xfrm>
          <a:prstGeom prst="roundRect">
            <a:avLst>
              <a:gd name="adj" fmla="val 12308"/>
            </a:avLst>
          </a:prstGeom>
          <a:solidFill>
            <a:srgbClr val="222C3C"/>
          </a:solidFill>
          <a:ln w="12700">
            <a:solidFill>
              <a:srgbClr val="3A465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381744" y="3840480"/>
            <a:ext cx="207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2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 / Num 5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381744" y="454456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ท่าไม้ตาย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548640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2A1C16"/>
          </a:solidFill>
          <a:ln w="12700">
            <a:solidFill>
              <a:srgbClr val="2A1C16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641848"/>
            <a:ext cx="512064" cy="512064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554480" y="54864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ลูกเล่น: หมัดที่ 5 เสยคู่ต่อสู้ขึ้นฟ้า ต่อยกลางอากาศ แล้วกดเตะทุบลงพื้น ฝ่ายที่โดนกดต่อยสวนกลับได้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DESIGN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แนวคิดการออกแบบ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914400" cy="914400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8716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212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เล่นง่าย แต่เล่นเก่งได้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697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ปุ่มไม่เยอะ แต่ต่อคอมโบ จับจังหวะบล็อกแล้วสวน ได้ลึก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11112" y="2286000"/>
            <a:ext cx="914400" cy="914400"/>
          </a:xfrm>
          <a:prstGeom prst="ellipse">
            <a:avLst/>
          </a:prstGeom>
          <a:solidFill>
            <a:srgbClr val="4DB2FF"/>
          </a:solidFill>
          <a:ln w="12700">
            <a:solidFill>
              <a:srgbClr val="4DB2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48716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99832" y="2212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ไฟ ปะทะ น้ำแข็ง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799832" y="2697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สีส้มกับสีฟ้าแยกฝั่งชัด มองแวบเดียวก็รู้ว่าใครเป็นใคร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005072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462272"/>
            <a:ext cx="914400" cy="9144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663440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0312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สู้กลางอากาศแบบอนิเมะ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2103120" y="48737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เสยขึ้นฟ้า ต่อยกันกลางอากาศ แล้วทุบกลับลงพื้น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45352" y="4005072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11112" y="4462272"/>
            <a:ext cx="914400" cy="914400"/>
          </a:xfrm>
          <a:prstGeom prst="ellipse">
            <a:avLst/>
          </a:prstGeom>
          <a:solidFill>
            <a:srgbClr val="C9B79C"/>
          </a:solidFill>
          <a:ln w="12700">
            <a:solidFill>
              <a:srgbClr val="C9B79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663440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99832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รู้สึกถึงแรงปะทะ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799832" y="48737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กล้องสั่น เกมหยุดเสี้ยววินาที ฝุ่นและหินกระจายตอนกระแทก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กลุ่มเป้าหมาย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931920" cy="4297680"/>
          </a:xfrm>
          <a:prstGeom prst="roundRect">
            <a:avLst>
              <a:gd name="adj" fmla="val 2791"/>
            </a:avLst>
          </a:prstGeom>
          <a:solidFill>
            <a:srgbClr val="2A1C16"/>
          </a:solidFill>
          <a:ln w="12700">
            <a:solidFill>
              <a:srgbClr val="2A1C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13+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วัยรุ่นจนถึงวัยทำงาน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ไม่มีเลือดหรือความรุนแรงเกินไป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828800"/>
            <a:ext cx="6839712" cy="1280160"/>
          </a:xfrm>
          <a:prstGeom prst="roundRect">
            <a:avLst>
              <a:gd name="adj" fmla="val 8571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2057400"/>
            <a:ext cx="822960" cy="82296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1691" y="2238451"/>
            <a:ext cx="460858" cy="46085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217920" y="20574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คนที่ชอบเกมต่อสู้และอนิเมะ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คุ้นเคยกับ Dragon Ball, Naruto, Jump Force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00600" y="3291840"/>
            <a:ext cx="6839712" cy="1280160"/>
          </a:xfrm>
          <a:prstGeom prst="roundRect">
            <a:avLst>
              <a:gd name="adj" fmla="val 8571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20640" y="3520440"/>
            <a:ext cx="822960" cy="822960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691" y="3701491"/>
            <a:ext cx="460858" cy="46085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217920" y="35204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ผู้เล่นแคชชวล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6217920" y="3977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เล่นสั้นๆ ได้ เข้าใจตั้งแต่ตาแรก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800600" y="4754880"/>
            <a:ext cx="6839712" cy="1280160"/>
          </a:xfrm>
          <a:prstGeom prst="roundRect">
            <a:avLst>
              <a:gd name="adj" fmla="val 8571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120640" y="4983480"/>
            <a:ext cx="822960" cy="822960"/>
          </a:xfrm>
          <a:prstGeom prst="ellipse">
            <a:avLst/>
          </a:prstGeom>
          <a:solidFill>
            <a:srgbClr val="4DB2FF"/>
          </a:solidFill>
          <a:ln w="12700">
            <a:solidFill>
              <a:srgbClr val="4DB2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691" y="5164531"/>
            <a:ext cx="460858" cy="46085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17920" y="4983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เล่นกับเพื่อนเครื่องเดียว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5440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คนบนคีย์บอร์ดเดียวกัน บนเว็บหรือ PC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การพัฒนาเกมด้วย Godot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Engine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677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Godot 4.7.2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ภาษา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2677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GDScript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182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การเรนเดอร์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564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GL Compatibility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37560" y="3017520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3182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ฟิสิกส์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4564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Jolt Physics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2A1C16"/>
          </a:solidFill>
          <a:ln w="12700">
            <a:solidFill>
              <a:srgbClr val="2A1C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480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Template / Starter Kit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00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ไม่ได้ใช้ Template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303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เริ่มจากโปรเจกต์เปล่า เขียนระบบต่อสู้ แอนิเมชัน และหน้า UI เองทั้งหมด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ลำดับฉากในเกม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75120" y="2286000"/>
            <a:ext cx="4965192" cy="731520"/>
          </a:xfrm>
          <a:prstGeom prst="roundRect">
            <a:avLst>
              <a:gd name="adj" fmla="val 15000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22860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Main Menu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2286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เมนูหลัก ดูตัวละคร แมพ ตั้งค่าเสียง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33688" y="3017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3273552"/>
            <a:ext cx="4965192" cy="731520"/>
          </a:xfrm>
          <a:prstGeom prst="roundRect">
            <a:avLst>
              <a:gd name="adj" fmla="val 15000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327355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Character Select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372600" y="327355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เลือกผู้พิทักษ์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933688" y="40050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4261104"/>
            <a:ext cx="4965192" cy="731520"/>
          </a:xfrm>
          <a:prstGeom prst="roundRect">
            <a:avLst>
              <a:gd name="adj" fmla="val 15000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03720" y="4261104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VS Loading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372600" y="426110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โหลดแมพจริง นับ 1-100%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33688" y="49926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75120" y="5248656"/>
            <a:ext cx="4965192" cy="731520"/>
          </a:xfrm>
          <a:prstGeom prst="roundRect">
            <a:avLst>
              <a:gd name="adj" fmla="val 15000"/>
            </a:avLst>
          </a:prstGeom>
          <a:solidFill>
            <a:srgbClr val="2A1C16"/>
          </a:solidFill>
          <a:ln w="12700">
            <a:solidFill>
              <a:srgbClr val="2A1C1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03720" y="52486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Battle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372600" y="524865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ดวลกันใน Skyborne Ruins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ASSETS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Asset ที่ใช้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226405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26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โมเดล 3D ตัวละคร + แมพ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101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Meshy AI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4256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54296" y="2103120"/>
            <a:ext cx="731520" cy="731520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226405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4296" y="2926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แอนิเมชันท่าต่อสู้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54296" y="33101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เขียนด้วยโค้ดเอง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19872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39912" y="2103120"/>
            <a:ext cx="731520" cy="731520"/>
          </a:xfrm>
          <a:prstGeom prst="ellipse">
            <a:avLst/>
          </a:prstGeom>
          <a:solidFill>
            <a:srgbClr val="4DB2FF"/>
          </a:solidFill>
          <a:ln w="12700">
            <a:solidFill>
              <a:srgbClr val="4DB2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846" y="226405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9912" y="2926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เสียงพากย์ญี่ปุ่น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39912" y="33101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VOICEVOX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343400"/>
            <a:ext cx="731520" cy="731520"/>
          </a:xfrm>
          <a:prstGeom prst="ellipse">
            <a:avLst/>
          </a:prstGeom>
          <a:solidFill>
            <a:srgbClr val="B58CFF"/>
          </a:solidFill>
          <a:ln w="12700">
            <a:solidFill>
              <a:srgbClr val="B58C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" y="4504334"/>
            <a:ext cx="409651" cy="4096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5166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เพลงประกอบ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5504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"s_b" (ผู้พัฒนาจัดหาเอง)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34256" y="4069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54296" y="4343400"/>
            <a:ext cx="731520" cy="7315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5230" y="4504334"/>
            <a:ext cx="409651" cy="40965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54296" y="5166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เอฟเฟกต์และเสียงประกอบ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54296" y="55504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สร้างเองด้วยโค้ด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19872" y="4069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8202D"/>
          </a:solidFill>
          <a:ln w="12700">
            <a:solidFill>
              <a:srgbClr val="18202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39912" y="4343400"/>
            <a:ext cx="731520" cy="731520"/>
          </a:xfrm>
          <a:prstGeom prst="ellipse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0846" y="4504334"/>
            <a:ext cx="409651" cy="40965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39912" y="5166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ฟอนต์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439912" y="55504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Barlow Condensed, M PLUS Rounded 1c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SCENES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 Scene</a:t>
            </a:r>
            <a:endParaRPr lang="en-US" sz="3600" dirty="0"/>
          </a:p>
        </p:txBody>
      </p:sp>
      <p:pic>
        <p:nvPicPr>
          <p:cNvPr id="4" name="Image 0" descr="/home/claude/deck/img/men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394960" cy="30358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29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หน้าเมนูหลัก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40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เลือกเล่น ดูตัวละคร ดูแมพ และตั้งค่าเสียง</a:t>
            </a:r>
            <a:endParaRPr lang="en-US" sz="1400" dirty="0"/>
          </a:p>
        </p:txBody>
      </p:sp>
      <p:pic>
        <p:nvPicPr>
          <p:cNvPr id="7" name="Image 1" descr="/home/claude/deck/img/selec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783080"/>
            <a:ext cx="5394960" cy="30358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45352" y="5029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หน้าเลือกตัวละคร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245352" y="5440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หมุนดูโมเดล 3D พร้อมค่าพลังและท่าต่างๆ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SCENES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 Scene</a:t>
            </a:r>
            <a:endParaRPr lang="en-US" sz="3600" dirty="0"/>
          </a:p>
        </p:txBody>
      </p:sp>
      <p:pic>
        <p:nvPicPr>
          <p:cNvPr id="4" name="Image 0" descr="/home/claude/deck/img/bat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31520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ฉากต่อสู้: Skyborne Ruins</a:t>
            </a:r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แถบเลือด สตามินา และเกจท่าไม้ตายของทั้งสองฝั่ง</a:t>
            </a:r>
            <a:endParaRPr lang="en-US" sz="1600" dirty="0"/>
          </a:p>
        </p:txBody>
      </p:sp>
      <p:pic>
        <p:nvPicPr>
          <p:cNvPr id="6" name="Image 1" descr="/home/claude/deck/img/v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1783080"/>
            <a:ext cx="3474720" cy="19568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165592" y="3840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 VS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165592" y="4187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คั่นระหว่างโหลดแมพ</a:t>
            </a:r>
            <a:endParaRPr lang="en-US" sz="1300" dirty="0"/>
          </a:p>
        </p:txBody>
      </p:sp>
      <p:pic>
        <p:nvPicPr>
          <p:cNvPr id="9" name="Image 2" descr="/home/claude/deck/img/ul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65592" y="4663440"/>
            <a:ext cx="3474720" cy="12344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165592" y="6035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ท่าไม้ตาย Inferno Rush (คัตซีน)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สิ่งที่จะทำต่อ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463040" y="3383280"/>
            <a:ext cx="9235440" cy="0"/>
          </a:xfrm>
          <a:prstGeom prst="line">
            <a:avLst/>
          </a:prstGeom>
          <a:noFill/>
          <a:ln w="25400">
            <a:solidFill>
              <a:srgbClr val="3A46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880360"/>
            <a:ext cx="1005840" cy="1005840"/>
          </a:xfrm>
          <a:prstGeom prst="ellipse">
            <a:avLst/>
          </a:prstGeom>
          <a:solidFill>
            <a:srgbClr val="222C3C"/>
          </a:solidFill>
          <a:ln w="12700">
            <a:solidFill>
              <a:srgbClr val="222C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405" y="3101645"/>
            <a:ext cx="563270" cy="5632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เพิ่มตัวละคร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2880" y="4663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ธาตุใหม่ สไตล์การเล่นใหม่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038600" y="2880360"/>
            <a:ext cx="1005840" cy="1005840"/>
          </a:xfrm>
          <a:prstGeom prst="ellipse">
            <a:avLst/>
          </a:prstGeom>
          <a:solidFill>
            <a:srgbClr val="222C3C"/>
          </a:solidFill>
          <a:ln w="12700">
            <a:solidFill>
              <a:srgbClr val="222C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885" y="3101645"/>
            <a:ext cx="563270" cy="56327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6136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เพิ่มแมพ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261360" y="4663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สนามดวลแบบอื่นๆ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117080" y="2880360"/>
            <a:ext cx="1005840" cy="1005840"/>
          </a:xfrm>
          <a:prstGeom prst="ellipse">
            <a:avLst/>
          </a:prstGeom>
          <a:solidFill>
            <a:srgbClr val="222C3C"/>
          </a:solidFill>
          <a:ln w="12700">
            <a:solidFill>
              <a:srgbClr val="222C3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365" y="3101645"/>
            <a:ext cx="563270" cy="56327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3984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ระบบนับยก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6339840" y="4663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ชนะกี่ยก พร้อมหน้าสรุปผล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10195560" y="2880360"/>
            <a:ext cx="1005840" cy="10058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6845" y="3101645"/>
            <a:ext cx="563270" cy="56327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1832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ปล่อยให้เล่น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9418320" y="4663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ไฟล์ Windows บน itch.io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emberclaw_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3401568" cy="5669280"/>
          </a:xfrm>
          <a:prstGeom prst="rect">
            <a:avLst/>
          </a:prstGeom>
        </p:spPr>
      </p:pic>
      <p:pic>
        <p:nvPicPr>
          <p:cNvPr id="3" name="Image 1" descr="/home/claude/deck/img/frostfang_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1188720"/>
            <a:ext cx="3401568" cy="56692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83280" y="2103120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F7A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FINAL DUEL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3383280" y="2606040"/>
            <a:ext cx="5422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F4F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2926080" y="3794760"/>
            <a:ext cx="633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ภูรินทร์ ศรีฐาน  ·  นายสิทธิพงษ์ นครขวาง  ·  นายกิตตินันท์ ไขไพรวัน</a:t>
            </a:r>
            <a:endParaRPr lang="en-US" sz="1300" dirty="0"/>
          </a:p>
        </p:txBody>
      </p:sp>
      <p:sp>
        <p:nvSpPr>
          <p:cNvPr id="7" name="Text 3">
            <a:hlinkClick r:id="rId4" tooltip=""/>
          </p:cNvPr>
          <p:cNvSpPr txBox="1"/>
          <p:nvPr/>
        </p:nvSpPr>
        <p:spPr>
          <a:xfrm>
            <a:off x="3383280" y="429768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C8D0D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github.com/sitthiphongn-sudo/final-duel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Duel — แนวทางการพัฒนาเกม</dc:title>
  <dc:subject>PptxGenJS Presentation</dc:subject>
  <dc:creator>Phurin Srithan</dc:creator>
  <cp:lastModifiedBy>Phurin Srithan</cp:lastModifiedBy>
  <cp:revision>1</cp:revision>
  <dcterms:created xsi:type="dcterms:W3CDTF">2026-09-26T07:04:37Z</dcterms:created>
  <dcterms:modified xsi:type="dcterms:W3CDTF">2026-09-26T07:04:37Z</dcterms:modified>
</cp:coreProperties>
</file>